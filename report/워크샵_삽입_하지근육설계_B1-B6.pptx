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5.jp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8.jpg"/><Relationship Id="rId6" Type="http://schemas.microsoft.com/office/2007/relationships/media" Target="../media/media4.mp4"/><Relationship Id="rId7" Type="http://schemas.openxmlformats.org/officeDocument/2006/relationships/video" Target="../media/media4.mp4"/><Relationship Id="rId8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ui_wal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2645" y="1256012"/>
            <a:ext cx="5057543" cy="2846961"/>
          </a:xfrm>
          <a:prstGeom prst="rect">
            <a:avLst/>
          </a:prstGeom>
        </p:spPr>
      </p:pic>
      <p:pic>
        <p:nvPicPr>
          <p:cNvPr id="4" name="gui_squat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78619" y="1256012"/>
            <a:ext cx="5057543" cy="2846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id_wal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2645" y="1256012"/>
            <a:ext cx="5057543" cy="3031176"/>
          </a:xfrm>
          <a:prstGeom prst="rect">
            <a:avLst/>
          </a:prstGeom>
        </p:spPr>
      </p:pic>
      <p:pic>
        <p:nvPicPr>
          <p:cNvPr id="4" name="vid_squat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78619" y="1256012"/>
            <a:ext cx="5057543" cy="3031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