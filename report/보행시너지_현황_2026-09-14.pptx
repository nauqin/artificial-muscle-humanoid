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보행 근육 시너지 추출 파이프라인 — 현황 (2026-09-14)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DDDDDD"/>
                </a:solidFill>
                <a:latin typeface="Apple SD Gothic Neo"/>
              </a:rPr>
              <a:t>1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Apple SD Gothic Neo"/>
              </a:rPr>
              <a:t>목표: 마커·힘판 데이터에서 관절 모멘트 → 근육별 힘 → 근육 시너지를 자동 계산하고, 인공근육 휴머노이드의 액추에이터 배치 근거로 쓴다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828800" cy="8229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마커·힘판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Apple SD Gothic Neo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737360"/>
            <a:ext cx="18288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IK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pple SD Gothic Neo"/>
              </a:rPr>
              <a:t>관절 각도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737360"/>
            <a:ext cx="18288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ID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pple SD Gothic Neo"/>
              </a:rPr>
              <a:t>관절 모멘트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Apple SD Gothic Neo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737360"/>
            <a:ext cx="18288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SO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pple SD Gothic Neo"/>
              </a:rPr>
              <a:t>근육별 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Apple SD Gothic Neo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1737360"/>
            <a:ext cx="18288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NMF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pple SD Gothic Neo"/>
              </a:rPr>
              <a:t>근육 시너지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Apple SD Gothic Neo"/>
              </a:rPr>
              <a:t>MuscleAnalysis(모멘트암) — ID·SO 검산에 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555555"/>
                </a:solidFill>
                <a:latin typeface="Apple SD Gothic Neo"/>
              </a:rPr>
              <a:t>• 데이터: AddBiomechanics 공개 데이터셋 Uhlrich2023 (With_Arm)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  <a:latin typeface="Apple SD Gothic Neo"/>
              </a:rPr>
              <a:t>– 무릎 부하를 줄이는 보행 수정 중재 — 같은 사람이 평상(walking)·수정(walkingTS) 둘 다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  <a:latin typeface="Apple SD Gothic Neo"/>
              </a:rPr>
              <a:t>– Rajagopal 모델 37 DOF, 근육 80개 → SO·시너지까지 가능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  <a:latin typeface="Apple SD Gothic Neo"/>
              </a:rPr>
              <a:t>– 스케일된 모델과 IK가 함께 배포되므로 Scale/IK는 직접 하지 않음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555555"/>
                </a:solidFill>
                <a:latin typeface="Apple SD Gothic Neo"/>
              </a:rPr>
              <a:t>• 각 단계마다 물리 검산 (PASS / WARN / FAIL)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  <a:latin typeface="Apple SD Gothic Neo"/>
              </a:rPr>
              <a:t>– 계산은 입력이 틀려도 숫자를 내놓는다 — 검산 없이는 조용히 틀린 채로 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555555"/>
                </a:solidFill>
                <a:latin typeface="Apple SD Gothic Neo"/>
              </a:rPr>
              <a:t>• 환경: macOS(Apple Silicon) 한 대에서 변환 + 분석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  <a:latin typeface="Apple SD Gothic Neo"/>
              </a:rPr>
              <a:t>– 예전 Windows + Linux 이원화 폐기 (nimblephysics에 Windows 휠이 없어서였음)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  <a:latin typeface="Apple SD Gothic Neo"/>
              </a:rPr>
              <a:t>– conda 환경 2개: osim (OpenSim 4.6) / b3d (nimblephysics)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555555"/>
                </a:solidFill>
                <a:latin typeface="Apple SD Gothic Neo"/>
              </a:rPr>
              <a:t>• 작업물 소실 후 README·NOTES만으로 재구축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  <a:latin typeface="Apple SD Gothic Neo"/>
              </a:rPr>
              <a:t>– 드라이런(번들 Rajagopal 보행) 전 단계 재현 완료 → 2쪽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  <a:latin typeface="Apple SD Gothic Neo"/>
              </a:rPr>
              <a:t>– 9/8 실제 데이터 48 trial 결과는 남아 있어 그대로 활용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검산 — '조용히 틀리는' 지점을 어떻게 막았나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DDDDDD"/>
                </a:solidFill>
                <a:latin typeface="Apple SD Gothic Neo"/>
              </a:rPr>
              <a:t>2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Apple SD Gothic Neo"/>
              </a:rPr>
              <a:t>에러 없이 그럴듯한 그래프가 나오는 함정이 네 곳 있다. 전부 이름표 대신 물리로 판정한다.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69494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017520"/>
                <a:gridCol w="2194560"/>
              </a:tblGrid>
              <a:tr h="25603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함정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방법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드라이런 결과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GRF를 어느 발에 붙이나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컬럼 이름 무시. IK 자세에서 COP–발 거리로 배정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r→calcn_r  0.137 vs 0.483 m (여유 34 cm)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어느 시간 구간을 쓰나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IK∩GRF ∩ 지지구간(≥0.7 BW) + 필터 마진(1/6 Hz)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잔차 93.6 % → 41.9 % → 7.8 %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관절 모멘트 자릿수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밴드: 발목 1.2~1.6, 무릎 0.4~0.8, 고관절 0.7~1.2 Nm/kg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전 관절 자릿수 일치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SO가 진짜 근육으로 풀었나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보조 액추에이터 개입 비율 (reserve) &lt; 10 %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0.19 % — 근육 힘 그대로 해석 가능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GRF 파일이 맞나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힘 xyz + 작용점 xyz 둘 다 있어야 GRF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자유모멘트(_mx) 오분류 차단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371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A5F"/>
                </a:solidFill>
                <a:latin typeface="Apple SD Gothic Neo"/>
              </a:rPr>
              <a:t>재현 확인 — Windows(예전) vs macOS(지금)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80960" y="1737360"/>
          <a:ext cx="4206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</a:tblGrid>
              <a:tr h="25603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항목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예전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지금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발목 r/l (Nm/kg)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1.644 / 1.680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1.643 / 1.681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무릎 r/l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0.670 / 0.700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0.670 / 0.701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고관절 r/l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0.726 / 0.703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0.726 / 0.702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잔차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7.82 %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7.81 %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분석 구간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0.539~1.892 s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0.539~1.892 s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보조 액추에이터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29개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29개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SO recon / reserve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0.07 / 0.19 %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0.072 / 0.188 %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2976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Apple SD Gothic Neo"/>
              </a:rPr>
              <a:t>• Scale·IK를 새로 돌렸는데도 관절 모멘트가 소수 셋째 자리까지 같다 → 파이프라인 회귀 없음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Apple SD Gothic Neo"/>
              </a:rPr>
              <a:t>• 변환기 출력 형식(라디안, ground_force_&lt;body&gt;_v/p/m)으로 드라이런을 다시 써서 넣어도 summary 전 항목 동일 → 변환·매핑 검증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Apple SD Gothic Neo"/>
              </a:rPr>
              <a:t>• 재구축 중 새로 잡은 함정: 활성도 파일에 팔 토크 액추에이터(shoulder_flex 등)가 근육처럼 섞여 있었다 → 모델 근육 목록으로 걸러냄 (41 → 38개)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데이터 품질 — 이름표가 아니라 물리로 subject를 고른다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DDDDDD"/>
                </a:solidFill>
                <a:latin typeface="Apple SD Gothic Neo"/>
              </a:rPr>
              <a:t>3 / 5</a:t>
            </a:r>
          </a:p>
        </p:txBody>
      </p:sp>
      <p:pic>
        <p:nvPicPr>
          <p:cNvPr id="5" name="Picture 4" descr="fig_resi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852160" cy="320924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005840"/>
          <a:ext cx="548640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280160"/>
                <a:gridCol w="1188720"/>
                <a:gridCol w="2286000"/>
              </a:tblGrid>
              <a:tr h="25603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subject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AddB 자체 잔차
(%BW, 평균)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우리 잔차
(% peak GRF)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판정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8.3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manualReview + AddB 잔차 5~13 %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1.0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3.5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사용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4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0.7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2.8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사용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5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0.4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2.7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사용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6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15.8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AddB 잔차 13~18 %BW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7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2.3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3.4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사용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8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6.2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4.3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사용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9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21.8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AddB 잔차 16~30 %BW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10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1.2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4.2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사용 (manualReview 복구)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11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0.8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3.5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사용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206240"/>
            <a:ext cx="11430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Apple SD Gothic Neo"/>
              </a:rPr>
              <a:t>• AddBiomechanics가 스스로 보고한 골반 잔차(--inspect)를 체중으로 정규화 — 양호 subject는 전부 1.3 %BW 미만, subject6·9는 13~30 %BW (20~40배)</a:t>
            </a:r>
          </a:p>
          <a:p>
            <a:pPr lvl="1">
              <a:spcAft>
                <a:spcPts val="500"/>
              </a:spcAft>
            </a:pPr>
            <a:r>
              <a:rPr sz="1000">
                <a:solidFill>
                  <a:srgbClr val="555555"/>
                </a:solidFill>
                <a:latin typeface="Apple SD Gothic Neo"/>
              </a:rPr>
              <a:t>– subject6·9의 높은 잔차는 우리 계산 문제가 아니라 원 데이터의 동역학 적합 실패 → 제외. 우리 검산기가 이 둘만 골라낸 것이 정상 작동의 증거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Apple SD Gothic Neo"/>
              </a:rPr>
              <a:t>• subject10은 manualReview(사람이 검토 안 함) 플래그로 자동 제외됐었지만 물리 품질은 subject3보다 좋다 → 플래그를 열고 우리 검산기로 판정해 복구</a:t>
            </a:r>
          </a:p>
          <a:p>
            <a:pPr lvl="1">
              <a:spcAft>
                <a:spcPts val="500"/>
              </a:spcAft>
            </a:pPr>
            <a:r>
              <a:rPr sz="1000">
                <a:solidFill>
                  <a:srgbClr val="555555"/>
                </a:solidFill>
                <a:latin typeface="Apple SD Gothic Neo"/>
              </a:rPr>
              <a:t>– subject2는 같은 플래그인데 잔차도 실제로 나쁘다 → 제외. 두 사람을 같은 이유로 묶어 제외했던 것이 잘못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55555"/>
                </a:solidFill>
                <a:latin typeface="Apple SD Gothic Neo"/>
              </a:rPr>
              <a:t>• 결과: 10명 → 7명 × 6 trial = 42 trial  (walking 3 + walkingTS 3 / 명)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결과 — 시너지는 5개, 보행 수정으로 개수는 바뀌지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DDDDDD"/>
                </a:solidFill>
                <a:latin typeface="Apple SD Gothic Neo"/>
              </a:rPr>
              <a:t>4 / 5</a:t>
            </a:r>
          </a:p>
        </p:txBody>
      </p:sp>
      <p:pic>
        <p:nvPicPr>
          <p:cNvPr id="5" name="Picture 4" descr="fig_k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4572000" cy="2989385"/>
          </a:xfrm>
          <a:prstGeom prst="rect">
            <a:avLst/>
          </a:prstGeom>
        </p:spPr>
      </p:pic>
      <p:pic>
        <p:nvPicPr>
          <p:cNvPr id="6" name="Picture 5" descr="fig_cond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960120"/>
            <a:ext cx="4572000" cy="29893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92640" y="100584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  <a:latin typeface="Apple SD Gothic Neo"/>
              </a:rPr>
              <a:t>• 84개 분해 (trial × 좌우)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  <a:latin typeface="Apple SD Gothic Neo"/>
              </a:rPr>
              <a:t>• k=5가 56개 (67 %)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  <a:latin typeface="Apple SD Gothic Neo"/>
              </a:rPr>
              <a:t>• 범위 4~7, 평균 5.23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  <a:latin typeface="Apple SD Gothic Neo"/>
              </a:rPr>
              <a:t>• 문헌 보행 시너지 4~6개와 일치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  <a:latin typeface="Apple SD Gothic Neo"/>
              </a:rPr>
              <a:t>• walking 5.26 vs TS 5.19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  <a:latin typeface="Apple SD Gothic Neo"/>
              </a:rPr>
              <a:t>• subject별 차이 −0.5~+0.3, 방향 뒤섞임</a:t>
            </a:r>
          </a:p>
        </p:txBody>
      </p:sp>
      <p:pic>
        <p:nvPicPr>
          <p:cNvPr id="8" name="Picture 7" descr="fig_synerg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023360"/>
            <a:ext cx="7589520" cy="1793887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138160" y="4069080"/>
          <a:ext cx="38404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286000"/>
              </a:tblGrid>
              <a:tr h="25603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시너지 (k=5, subject 공통)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묶이는 근육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고관절 외전·골반 안정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glmed1-3, glmin1-3, tfl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push-off + 고관절 굴곡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soleus, psoas, iliacus, fhl, perlong, tibpost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고관절 신전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glmax1-3, bflh, semimem, semiten, addmagIsch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배굴 (유각·초기접지)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tibant, edl, ehl (± vasti)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내전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addlong, addbrev, addmagProx/Mid, grac, piri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138160" y="58521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0392B"/>
                </a:solidFill>
                <a:latin typeface="Apple SD Gothic Neo"/>
              </a:rPr>
              <a:t>개수로는 조건 차이를 말할 수 없다 (n=7, k는 정수).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C0392B"/>
                </a:solidFill>
                <a:latin typeface="Apple SD Gothic Neo"/>
              </a:rPr>
              <a:t>바뀔 수 있는 것은 구성(W)과 타이밍(C) → 5쪽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pple SD Gothic Neo"/>
              </a:rPr>
              <a:t>해석 방법과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DDDDDD"/>
                </a:solidFill>
                <a:latin typeface="Apple SD Gothic Neo"/>
              </a:rPr>
              <a:t>5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Apple SD Gothic Neo"/>
              </a:rPr>
              <a:t>Q. 예전엔 8개가 안정적이라 했는데 5개?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56692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920240"/>
                <a:gridCol w="1280160"/>
                <a:gridCol w="1645920"/>
              </a:tblGrid>
              <a:tr h="25603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기준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조건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실제 데이터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</a:rPr>
                        <a:t>뜻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global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전체 VAF ≥ 90 %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4~7, 평균 5.2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제어 구조의 차원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dual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+ 모든 근육 개별 VAF ≥ 75 %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5~12, 평균 8.0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555"/>
                          </a:solidFill>
                          <a:latin typeface="Apple SD Gothic Neo"/>
                        </a:rPr>
                        <a:t>SO 임의 배분까지 재현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286000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555555"/>
                </a:solidFill>
                <a:latin typeface="Apple SD Gothic Neo"/>
              </a:rPr>
              <a:t>• 같은 데이터의 두 기준. '8'은 dual, '5'는 global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55555"/>
                </a:solidFill>
                <a:latin typeface="Apple SD Gothic Neo"/>
              </a:rPr>
              <a:t>• 추가 3개는 gaslat/gasmed, glmed1/2/3처럼 모멘트암이 겹치는 근육 사이에 SO가 임의로 나눈 부하를 재현하는 데 쓰인다 — 근육 하나짜리 성분이 나오는 것이 증거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55555"/>
                </a:solidFill>
                <a:latin typeface="Apple SD Gothic Neo"/>
              </a:rPr>
              <a:t>• trial을 이어붙여 표본을 4배로 늘려도 dual은 안 내려간다 → 표본 부족이 아니라 SO의 성질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55555"/>
                </a:solidFill>
                <a:latin typeface="Apple SD Gothic Neo"/>
              </a:rPr>
              <a:t>• 본 결과는 global(5). dual은 '이 근육은 개별 해석 금지' 진단 지표로 남긴다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55555"/>
                </a:solidFill>
                <a:latin typeface="Apple SD Gothic Neo"/>
              </a:rPr>
              <a:t>• 하드웨어 설계에 8을 쓰면 SO의 동전 던지기를 기계에 새기게 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434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A5F"/>
                </a:solidFill>
                <a:latin typeface="Apple SD Gothic Neo"/>
              </a:rPr>
              <a:t>새 근육 5개의 스펙 — 시너지별 관절 토크 서명 (subject3 walking1, 오른쪽)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709160"/>
          <a:ext cx="566928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60120"/>
                <a:gridCol w="960120"/>
                <a:gridCol w="914400"/>
                <a:gridCol w="914400"/>
                <a:gridCol w="1005840"/>
              </a:tblGrid>
              <a:tr h="25603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시너지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고관절 굴곡(+)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고관절 내전(+)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무릎 굴곡(+)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발목 배굴(+)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구성근 F_max 합</a:t>
                      </a:r>
                    </a:p>
                  </a:txBody>
                  <a:tcPr marT="20000" marB="20000">
                    <a:solidFill>
                      <a:srgbClr val="1F3A5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S1 (26%)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+9 Nm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-53 Nm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-23 Nm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-45 Nm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3,278 N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S2 (24%)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+58 Nm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-13 Nm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+7 Nm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-66 Nm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6,222 N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S3 (18%)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-42 Nm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+10 Nm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+25 Nm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+20 Nm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3,712 N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S4 (17%)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+32 Nm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-41 Nm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+14 Nm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-72 Nm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5,540 N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S5 (15%)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+17 Nm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+8 Nm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-15 Nm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+6 Nm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2,264 N</a:t>
                      </a:r>
                    </a:p>
                  </a:txBody>
                  <a:tcPr marT="20000" marB="20000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ID 모멘트 피크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62 Nm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52 Nm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27 Nm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92 Nm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555"/>
                          </a:solidFill>
                          <a:latin typeface="Apple SD Gothic Neo"/>
                        </a:rPr>
                        <a:t>(5개 합 = ID)</a:t>
                      </a:r>
                    </a:p>
                  </a:txBody>
                  <a:tcPr marT="20000" marB="200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008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C0392B"/>
                </a:solidFill>
                <a:latin typeface="Apple SD Gothic Neo"/>
              </a:rPr>
              <a:t>S2·S4가 둘 다 발목 저굴 −66/−72 Nm — soleus/gasmed를 SO가 갈라놓은 흔적. 묶기(②) 없이는 하드웨어에 그대로 새겨진다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Apple SD Gothic Neo"/>
              </a:rPr>
              <a:t>다음 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  <a:latin typeface="Apple SD Gothic Neo"/>
              </a:rPr>
              <a:t>• ① subject10 결과 병합 → 7명 42 trial 확정 (완료)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  <a:latin typeface="Apple SD Gothic Neo"/>
              </a:rPr>
              <a:t>• ② 중복 협응근 묶기를 synergy.py에 추가 (gasmed+gaslat, glmed1-3, glmax1-3, addmag*)</a:t>
            </a:r>
          </a:p>
          <a:p>
            <a:pPr lvl="1">
              <a:spcAft>
                <a:spcPts val="500"/>
              </a:spcAft>
            </a:pPr>
            <a:r>
              <a:rPr sz="900">
                <a:solidFill>
                  <a:srgbClr val="555555"/>
                </a:solidFill>
                <a:latin typeface="Apple SD Gothic Neo"/>
              </a:rPr>
              <a:t>– 묶은 뒤 dual이 global 쪽으로 내려오면 → SO 임의성이 원인이라는 증명이자 W 비교의 전제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  <a:latin typeface="Apple SD Gothic Neo"/>
              </a:rPr>
              <a:t>• ③ walking vs walkingTS를 W(구성)·C(타이밍)로 비교 — 근육 집합을 교집합으로 맞춘 뒤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555555"/>
                </a:solidFill>
                <a:latin typeface="Apple SD Gothic Neo"/>
              </a:rPr>
              <a:t>• ④ 시너지당 새 근육 1개(다리당 5개)로 걷기 — 그대로는 안 된다</a:t>
            </a:r>
          </a:p>
          <a:p>
            <a:pPr lvl="1">
              <a:spcAft>
                <a:spcPts val="500"/>
              </a:spcAft>
            </a:pPr>
            <a:r>
              <a:rPr sz="900">
                <a:solidFill>
                  <a:srgbClr val="555555"/>
                </a:solidFill>
                <a:latin typeface="Apple SD Gothic Neo"/>
              </a:rPr>
              <a:t>– 이론: 당김 전용 액추에이터가 6 DOF 토크를 양의 결합으로 덮으려면 다리당 ≥7 (Phase 0). 5개는 subtalar·hip_rotation 잠근 4 DOF에서만 n+1</a:t>
            </a:r>
          </a:p>
          <a:p>
            <a:pPr lvl="1">
              <a:spcAft>
                <a:spcPts val="500"/>
              </a:spcAft>
            </a:pPr>
            <a:r>
              <a:rPr sz="900">
                <a:solidFill>
                  <a:srgbClr val="555555"/>
                </a:solidFill>
                <a:latin typeface="Apple SD Gothic Neo"/>
              </a:rPr>
              <a:t>– 실측: 5개 시너지 토크 방향벡터가 4 DOF를 양으로 덮는지 12개 분해로 검사 → 1/12만 성립. 걷기 방향만 있고 균형·외란 대응 방향은 못 냄</a:t>
            </a:r>
          </a:p>
          <a:p>
            <a:pPr lvl="1">
              <a:spcAft>
                <a:spcPts val="500"/>
              </a:spcAft>
            </a:pPr>
            <a:r>
              <a:rPr sz="900">
                <a:solidFill>
                  <a:srgbClr val="555555"/>
                </a:solidFill>
                <a:latin typeface="Apple SD Gothic Neo"/>
              </a:rPr>
              <a:t>– 되는 구조: 하드웨어 근육 K≥7~8 (스패닝+스트로크, Phase 0~5 계획) + 제어 신호 5개 (SynergyController에 W). '8'은 근육 수, '5'는 제어 차원</a:t>
            </a:r>
          </a:p>
          <a:p>
            <a:pPr lvl="1">
              <a:spcAft>
                <a:spcPts val="500"/>
              </a:spcAft>
            </a:pPr>
            <a:r>
              <a:rPr sz="900">
                <a:solidFill>
                  <a:srgbClr val="555555"/>
                </a:solidFill>
                <a:latin typeface="Apple SD Gothic Neo"/>
              </a:rPr>
              <a:t>– 걷기 재현만 목적이면 시뮬레이션은 가능: SynergyController(80근육·5신호) → 5개 lumped 액추에이터 + Moco 추적 (설계검증 흐름도 'CMC 추적 검증')</a:t>
            </a:r>
          </a:p>
          <a:p>
            <a:pPr lvl="1">
              <a:spcAft>
                <a:spcPts val="500"/>
              </a:spcAft>
            </a:pPr>
            <a:r>
              <a:rPr sz="900">
                <a:solidFill>
                  <a:srgbClr val="555555"/>
                </a:solidFill>
                <a:latin typeface="Apple SD Gothic Neo"/>
              </a:rPr>
              <a:t>– 아래 표가 그 출발 스펙. S2·S4 저굴 중복(soleus/gasmed 갈림)은 묶기(②) 후 다시 뽑는다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